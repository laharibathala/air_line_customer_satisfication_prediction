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73" r:id="rId9"/>
    <p:sldId id="265" r:id="rId10"/>
    <p:sldId id="266" r:id="rId11"/>
    <p:sldId id="269" r:id="rId12"/>
    <p:sldId id="270" r:id="rId13"/>
    <p:sldId id="271" r:id="rId14"/>
    <p:sldId id="267" r:id="rId15"/>
  </p:sldIdLst>
  <p:sldSz cx="12192000" cy="6858000"/>
  <p:notesSz cx="6858000" cy="9144000"/>
  <p:embeddedFontLst>
    <p:embeddedFont>
      <p:font typeface="Lato Black" panose="020F0502020204030203" pitchFamily="34" charset="0"/>
      <p:bold r:id="rId17"/>
    </p:embeddedFont>
    <p:embeddedFont>
      <p:font typeface="Libre Baskerville" panose="02000000000000000000" pitchFamily="2" charset="0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7CCD6C-7979-4068-B399-D0DF4B2150B1}" v="10" dt="2026-07-13T16:58:26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5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 LAHARI" userId="bfbf8083fd24a8b2" providerId="LiveId" clId="{79554847-E32A-4A01-B24E-6501A1FE48EE}"/>
    <pc:docChg chg="undo custSel addSld delSld modSld">
      <pc:chgData name="B LAHARI" userId="bfbf8083fd24a8b2" providerId="LiveId" clId="{79554847-E32A-4A01-B24E-6501A1FE48EE}" dt="2026-08-08T15:20:20.413" v="1267" actId="14100"/>
      <pc:docMkLst>
        <pc:docMk/>
      </pc:docMkLst>
      <pc:sldChg chg="modSp mod">
        <pc:chgData name="B LAHARI" userId="bfbf8083fd24a8b2" providerId="LiveId" clId="{79554847-E32A-4A01-B24E-6501A1FE48EE}" dt="2026-07-13T15:55:04.517" v="586" actId="20577"/>
        <pc:sldMkLst>
          <pc:docMk/>
          <pc:sldMk cId="0" sldId="256"/>
        </pc:sldMkLst>
        <pc:spChg chg="mod">
          <ac:chgData name="B LAHARI" userId="bfbf8083fd24a8b2" providerId="LiveId" clId="{79554847-E32A-4A01-B24E-6501A1FE48EE}" dt="2026-07-13T15:55:04.517" v="586" actId="20577"/>
          <ac:spMkLst>
            <pc:docMk/>
            <pc:sldMk cId="0" sldId="256"/>
            <ac:spMk id="5" creationId="{2C2930B9-377D-CFB0-D6AA-AEB3EE445D1C}"/>
          </ac:spMkLst>
        </pc:spChg>
      </pc:sldChg>
      <pc:sldChg chg="modSp mod">
        <pc:chgData name="B LAHARI" userId="bfbf8083fd24a8b2" providerId="LiveId" clId="{79554847-E32A-4A01-B24E-6501A1FE48EE}" dt="2026-07-13T16:53:18.302" v="1124" actId="27636"/>
        <pc:sldMkLst>
          <pc:docMk/>
          <pc:sldMk cId="0" sldId="258"/>
        </pc:sldMkLst>
        <pc:spChg chg="mod">
          <ac:chgData name="B LAHARI" userId="bfbf8083fd24a8b2" providerId="LiveId" clId="{79554847-E32A-4A01-B24E-6501A1FE48EE}" dt="2026-07-13T16:53:18.302" v="1124" actId="27636"/>
          <ac:spMkLst>
            <pc:docMk/>
            <pc:sldMk cId="0" sldId="258"/>
            <ac:spMk id="111" creationId="{00000000-0000-0000-0000-000000000000}"/>
          </ac:spMkLst>
        </pc:spChg>
      </pc:sldChg>
      <pc:sldChg chg="addSp delSp modSp mod">
        <pc:chgData name="B LAHARI" userId="bfbf8083fd24a8b2" providerId="LiveId" clId="{79554847-E32A-4A01-B24E-6501A1FE48EE}" dt="2026-07-13T17:00:42.419" v="1257" actId="20577"/>
        <pc:sldMkLst>
          <pc:docMk/>
          <pc:sldMk cId="1620873663" sldId="261"/>
        </pc:sldMkLst>
        <pc:spChg chg="mod">
          <ac:chgData name="B LAHARI" userId="bfbf8083fd24a8b2" providerId="LiveId" clId="{79554847-E32A-4A01-B24E-6501A1FE48EE}" dt="2026-07-13T15:56:42.812" v="697" actId="14100"/>
          <ac:spMkLst>
            <pc:docMk/>
            <pc:sldMk cId="1620873663" sldId="261"/>
            <ac:spMk id="2" creationId="{94C6DCAE-13B4-AA12-D7F4-01607CCAF71D}"/>
          </ac:spMkLst>
        </pc:spChg>
        <pc:spChg chg="mod">
          <ac:chgData name="B LAHARI" userId="bfbf8083fd24a8b2" providerId="LiveId" clId="{79554847-E32A-4A01-B24E-6501A1FE48EE}" dt="2026-07-13T17:00:42.419" v="1257" actId="20577"/>
          <ac:spMkLst>
            <pc:docMk/>
            <pc:sldMk cId="1620873663" sldId="261"/>
            <ac:spMk id="3" creationId="{90E5CDB5-287F-5FC1-7D74-778FC3C9AFDF}"/>
          </ac:spMkLst>
        </pc:spChg>
        <pc:picChg chg="add mod">
          <ac:chgData name="B LAHARI" userId="bfbf8083fd24a8b2" providerId="LiveId" clId="{79554847-E32A-4A01-B24E-6501A1FE48EE}" dt="2026-07-13T17:00:33.867" v="1248" actId="14100"/>
          <ac:picMkLst>
            <pc:docMk/>
            <pc:sldMk cId="1620873663" sldId="261"/>
            <ac:picMk id="4" creationId="{7AD1ED99-E31B-3F05-D5F5-610FC3E18330}"/>
          </ac:picMkLst>
        </pc:picChg>
      </pc:sldChg>
      <pc:sldChg chg="modSp mod">
        <pc:chgData name="B LAHARI" userId="bfbf8083fd24a8b2" providerId="LiveId" clId="{79554847-E32A-4A01-B24E-6501A1FE48EE}" dt="2026-07-13T17:00:56.680" v="1259" actId="14100"/>
        <pc:sldMkLst>
          <pc:docMk/>
          <pc:sldMk cId="2335417743" sldId="262"/>
        </pc:sldMkLst>
        <pc:spChg chg="mod">
          <ac:chgData name="B LAHARI" userId="bfbf8083fd24a8b2" providerId="LiveId" clId="{79554847-E32A-4A01-B24E-6501A1FE48EE}" dt="2026-07-13T17:00:56.680" v="1259" actId="14100"/>
          <ac:spMkLst>
            <pc:docMk/>
            <pc:sldMk cId="2335417743" sldId="262"/>
            <ac:spMk id="2" creationId="{6AF05A0F-CE49-4BDB-E75F-285FC4924C22}"/>
          </ac:spMkLst>
        </pc:spChg>
        <pc:spChg chg="mod">
          <ac:chgData name="B LAHARI" userId="bfbf8083fd24a8b2" providerId="LiveId" clId="{79554847-E32A-4A01-B24E-6501A1FE48EE}" dt="2026-07-13T17:00:51.698" v="1258" actId="14100"/>
          <ac:spMkLst>
            <pc:docMk/>
            <pc:sldMk cId="2335417743" sldId="262"/>
            <ac:spMk id="12" creationId="{06465A4D-342D-4A87-F79D-86B6C02771F1}"/>
          </ac:spMkLst>
        </pc:spChg>
      </pc:sldChg>
      <pc:sldChg chg="addSp delSp modSp mod">
        <pc:chgData name="B LAHARI" userId="bfbf8083fd24a8b2" providerId="LiveId" clId="{79554847-E32A-4A01-B24E-6501A1FE48EE}" dt="2026-07-13T16:07:05.034" v="781" actId="14100"/>
        <pc:sldMkLst>
          <pc:docMk/>
          <pc:sldMk cId="1565072964" sldId="265"/>
        </pc:sldMkLst>
        <pc:spChg chg="mod">
          <ac:chgData name="B LAHARI" userId="bfbf8083fd24a8b2" providerId="LiveId" clId="{79554847-E32A-4A01-B24E-6501A1FE48EE}" dt="2026-07-13T16:05:08.664" v="748" actId="14100"/>
          <ac:spMkLst>
            <pc:docMk/>
            <pc:sldMk cId="1565072964" sldId="265"/>
            <ac:spMk id="10" creationId="{EC4022D1-C946-7A23-EA52-3F55DE0DF85D}"/>
          </ac:spMkLst>
        </pc:spChg>
        <pc:spChg chg="add mod">
          <ac:chgData name="B LAHARI" userId="bfbf8083fd24a8b2" providerId="LiveId" clId="{79554847-E32A-4A01-B24E-6501A1FE48EE}" dt="2026-07-13T16:06:29.679" v="771" actId="20577"/>
          <ac:spMkLst>
            <pc:docMk/>
            <pc:sldMk cId="1565072964" sldId="265"/>
            <ac:spMk id="14" creationId="{11D5C2AC-B522-F03B-4FFD-2C1C79F8EA56}"/>
          </ac:spMkLst>
        </pc:spChg>
        <pc:picChg chg="add mod">
          <ac:chgData name="B LAHARI" userId="bfbf8083fd24a8b2" providerId="LiveId" clId="{79554847-E32A-4A01-B24E-6501A1FE48EE}" dt="2026-07-13T16:06:52.311" v="778" actId="14100"/>
          <ac:picMkLst>
            <pc:docMk/>
            <pc:sldMk cId="1565072964" sldId="265"/>
            <ac:picMk id="7" creationId="{991AC445-7B87-82B5-1F3A-E0FAA717D7BB}"/>
          </ac:picMkLst>
        </pc:picChg>
        <pc:picChg chg="add mod">
          <ac:chgData name="B LAHARI" userId="bfbf8083fd24a8b2" providerId="LiveId" clId="{79554847-E32A-4A01-B24E-6501A1FE48EE}" dt="2026-07-13T16:00:39.606" v="725" actId="1076"/>
          <ac:picMkLst>
            <pc:docMk/>
            <pc:sldMk cId="1565072964" sldId="265"/>
            <ac:picMk id="9" creationId="{D45B3064-21E5-6B28-9047-6C13CB43F2BD}"/>
          </ac:picMkLst>
        </pc:picChg>
        <pc:picChg chg="add mod">
          <ac:chgData name="B LAHARI" userId="bfbf8083fd24a8b2" providerId="LiveId" clId="{79554847-E32A-4A01-B24E-6501A1FE48EE}" dt="2026-07-13T16:07:05.034" v="781" actId="14100"/>
          <ac:picMkLst>
            <pc:docMk/>
            <pc:sldMk cId="1565072964" sldId="265"/>
            <ac:picMk id="12" creationId="{22FBEFF8-7E19-3C4D-687D-9ABAFC5DFBDF}"/>
          </ac:picMkLst>
        </pc:picChg>
      </pc:sldChg>
      <pc:sldChg chg="addSp delSp modSp mod">
        <pc:chgData name="B LAHARI" userId="bfbf8083fd24a8b2" providerId="LiveId" clId="{79554847-E32A-4A01-B24E-6501A1FE48EE}" dt="2026-07-13T16:54:03.058" v="1171" actId="1035"/>
        <pc:sldMkLst>
          <pc:docMk/>
          <pc:sldMk cId="1379701443" sldId="266"/>
        </pc:sldMkLst>
        <pc:spChg chg="mod">
          <ac:chgData name="B LAHARI" userId="bfbf8083fd24a8b2" providerId="LiveId" clId="{79554847-E32A-4A01-B24E-6501A1FE48EE}" dt="2026-07-13T16:08:55.246" v="791" actId="20577"/>
          <ac:spMkLst>
            <pc:docMk/>
            <pc:sldMk cId="1379701443" sldId="266"/>
            <ac:spMk id="11" creationId="{2F7DE3DD-B7EF-97EC-CA90-16CCF6D61495}"/>
          </ac:spMkLst>
        </pc:spChg>
        <pc:spChg chg="add mod">
          <ac:chgData name="B LAHARI" userId="bfbf8083fd24a8b2" providerId="LiveId" clId="{79554847-E32A-4A01-B24E-6501A1FE48EE}" dt="2026-07-13T16:41:36.561" v="869" actId="27636"/>
          <ac:spMkLst>
            <pc:docMk/>
            <pc:sldMk cId="1379701443" sldId="266"/>
            <ac:spMk id="16" creationId="{32AE58A3-C175-239F-6240-2C608DBC8DFF}"/>
          </ac:spMkLst>
        </pc:spChg>
        <pc:spChg chg="add mod">
          <ac:chgData name="B LAHARI" userId="bfbf8083fd24a8b2" providerId="LiveId" clId="{79554847-E32A-4A01-B24E-6501A1FE48EE}" dt="2026-07-13T16:41:13.185" v="864" actId="20577"/>
          <ac:spMkLst>
            <pc:docMk/>
            <pc:sldMk cId="1379701443" sldId="266"/>
            <ac:spMk id="18" creationId="{1C757251-0DAC-B5A6-3B50-D3C9B8EE4D17}"/>
          </ac:spMkLst>
        </pc:spChg>
        <pc:picChg chg="add mod">
          <ac:chgData name="B LAHARI" userId="bfbf8083fd24a8b2" providerId="LiveId" clId="{79554847-E32A-4A01-B24E-6501A1FE48EE}" dt="2026-07-13T16:53:57.588" v="1152" actId="1035"/>
          <ac:picMkLst>
            <pc:docMk/>
            <pc:sldMk cId="1379701443" sldId="266"/>
            <ac:picMk id="10" creationId="{0B1E96FF-7E17-F752-5136-5426454EC724}"/>
          </ac:picMkLst>
        </pc:picChg>
        <pc:picChg chg="add mod">
          <ac:chgData name="B LAHARI" userId="bfbf8083fd24a8b2" providerId="LiveId" clId="{79554847-E32A-4A01-B24E-6501A1FE48EE}" dt="2026-07-13T16:54:03.058" v="1171" actId="1035"/>
          <ac:picMkLst>
            <pc:docMk/>
            <pc:sldMk cId="1379701443" sldId="266"/>
            <ac:picMk id="13" creationId="{D910CBFA-7E95-AC52-649E-7AB01581FBC3}"/>
          </ac:picMkLst>
        </pc:picChg>
      </pc:sldChg>
      <pc:sldChg chg="addSp delSp modSp mod">
        <pc:chgData name="B LAHARI" userId="bfbf8083fd24a8b2" providerId="LiveId" clId="{79554847-E32A-4A01-B24E-6501A1FE48EE}" dt="2026-08-08T15:20:00.346" v="1265" actId="14100"/>
        <pc:sldMkLst>
          <pc:docMk/>
          <pc:sldMk cId="1612918634" sldId="269"/>
        </pc:sldMkLst>
        <pc:spChg chg="mod">
          <ac:chgData name="B LAHARI" userId="bfbf8083fd24a8b2" providerId="LiveId" clId="{79554847-E32A-4A01-B24E-6501A1FE48EE}" dt="2026-07-13T16:57:32.496" v="1205" actId="14100"/>
          <ac:spMkLst>
            <pc:docMk/>
            <pc:sldMk cId="1612918634" sldId="269"/>
            <ac:spMk id="2" creationId="{F4033646-65EA-1B81-4339-510CFE61BA87}"/>
          </ac:spMkLst>
        </pc:spChg>
        <pc:spChg chg="add mod">
          <ac:chgData name="B LAHARI" userId="bfbf8083fd24a8b2" providerId="LiveId" clId="{79554847-E32A-4A01-B24E-6501A1FE48EE}" dt="2026-07-13T16:57:19.222" v="1201" actId="1076"/>
          <ac:spMkLst>
            <pc:docMk/>
            <pc:sldMk cId="1612918634" sldId="269"/>
            <ac:spMk id="4" creationId="{A23BEFEF-CD9A-CC73-223E-58DEDD254D44}"/>
          </ac:spMkLst>
        </pc:spChg>
        <pc:spChg chg="add mod">
          <ac:chgData name="B LAHARI" userId="bfbf8083fd24a8b2" providerId="LiveId" clId="{79554847-E32A-4A01-B24E-6501A1FE48EE}" dt="2026-07-13T16:56:38.587" v="1190" actId="113"/>
          <ac:spMkLst>
            <pc:docMk/>
            <pc:sldMk cId="1612918634" sldId="269"/>
            <ac:spMk id="13" creationId="{CBBD23ED-F143-3491-9104-0392F4E7C6DA}"/>
          </ac:spMkLst>
        </pc:spChg>
        <pc:picChg chg="add mod">
          <ac:chgData name="B LAHARI" userId="bfbf8083fd24a8b2" providerId="LiveId" clId="{79554847-E32A-4A01-B24E-6501A1FE48EE}" dt="2026-08-08T15:19:51.430" v="1262" actId="14100"/>
          <ac:picMkLst>
            <pc:docMk/>
            <pc:sldMk cId="1612918634" sldId="269"/>
            <ac:picMk id="8" creationId="{4BAD056F-2B5A-769B-2442-DB5C98CC0296}"/>
          </ac:picMkLst>
        </pc:picChg>
        <pc:picChg chg="add mod">
          <ac:chgData name="B LAHARI" userId="bfbf8083fd24a8b2" providerId="LiveId" clId="{79554847-E32A-4A01-B24E-6501A1FE48EE}" dt="2026-08-08T15:20:00.346" v="1265" actId="14100"/>
          <ac:picMkLst>
            <pc:docMk/>
            <pc:sldMk cId="1612918634" sldId="269"/>
            <ac:picMk id="10" creationId="{EB500592-2C31-D886-491B-072FE47E39E1}"/>
          </ac:picMkLst>
        </pc:picChg>
      </pc:sldChg>
      <pc:sldChg chg="addSp delSp modSp mod">
        <pc:chgData name="B LAHARI" userId="bfbf8083fd24a8b2" providerId="LiveId" clId="{79554847-E32A-4A01-B24E-6501A1FE48EE}" dt="2026-08-08T15:20:20.413" v="1267" actId="14100"/>
        <pc:sldMkLst>
          <pc:docMk/>
          <pc:sldMk cId="2488971893" sldId="270"/>
        </pc:sldMkLst>
        <pc:spChg chg="add mod">
          <ac:chgData name="B LAHARI" userId="bfbf8083fd24a8b2" providerId="LiveId" clId="{79554847-E32A-4A01-B24E-6501A1FE48EE}" dt="2026-07-13T16:59:00.031" v="1214" actId="14100"/>
          <ac:spMkLst>
            <pc:docMk/>
            <pc:sldMk cId="2488971893" sldId="270"/>
            <ac:spMk id="8" creationId="{63756478-7001-2D50-B671-AC3C78CD3439}"/>
          </ac:spMkLst>
        </pc:spChg>
        <pc:spChg chg="add mod">
          <ac:chgData name="B LAHARI" userId="bfbf8083fd24a8b2" providerId="LiveId" clId="{79554847-E32A-4A01-B24E-6501A1FE48EE}" dt="2026-07-13T16:59:33.282" v="1223" actId="14100"/>
          <ac:spMkLst>
            <pc:docMk/>
            <pc:sldMk cId="2488971893" sldId="270"/>
            <ac:spMk id="10" creationId="{E8F459CF-4D94-8554-2167-91397E617C9E}"/>
          </ac:spMkLst>
        </pc:spChg>
        <pc:picChg chg="add mod">
          <ac:chgData name="B LAHARI" userId="bfbf8083fd24a8b2" providerId="LiveId" clId="{79554847-E32A-4A01-B24E-6501A1FE48EE}" dt="2026-08-08T15:20:16.686" v="1266" actId="14100"/>
          <ac:picMkLst>
            <pc:docMk/>
            <pc:sldMk cId="2488971893" sldId="270"/>
            <ac:picMk id="4" creationId="{DD0AC0F5-F98D-665B-1FC3-40B1F2B03F39}"/>
          </ac:picMkLst>
        </pc:picChg>
        <pc:picChg chg="add mod">
          <ac:chgData name="B LAHARI" userId="bfbf8083fd24a8b2" providerId="LiveId" clId="{79554847-E32A-4A01-B24E-6501A1FE48EE}" dt="2026-08-08T15:20:20.413" v="1267" actId="14100"/>
          <ac:picMkLst>
            <pc:docMk/>
            <pc:sldMk cId="2488971893" sldId="270"/>
            <ac:picMk id="6" creationId="{F113E794-2FD0-E1C2-B9FE-7027FAA65DE2}"/>
          </ac:picMkLst>
        </pc:picChg>
      </pc:sldChg>
      <pc:sldChg chg="modSp mod">
        <pc:chgData name="B LAHARI" userId="bfbf8083fd24a8b2" providerId="LiveId" clId="{79554847-E32A-4A01-B24E-6501A1FE48EE}" dt="2026-07-13T16:55:06.288" v="1183" actId="20577"/>
        <pc:sldMkLst>
          <pc:docMk/>
          <pc:sldMk cId="2278386445" sldId="271"/>
        </pc:sldMkLst>
        <pc:spChg chg="mod">
          <ac:chgData name="B LAHARI" userId="bfbf8083fd24a8b2" providerId="LiveId" clId="{79554847-E32A-4A01-B24E-6501A1FE48EE}" dt="2026-07-13T16:55:06.288" v="1183" actId="20577"/>
          <ac:spMkLst>
            <pc:docMk/>
            <pc:sldMk cId="2278386445" sldId="271"/>
            <ac:spMk id="3" creationId="{BD6B3861-D346-49DE-11A1-5BB1F30CAE66}"/>
          </ac:spMkLst>
        </pc:spChg>
      </pc:sldChg>
      <pc:sldChg chg="delSp modSp mod">
        <pc:chgData name="B LAHARI" userId="bfbf8083fd24a8b2" providerId="LiveId" clId="{79554847-E32A-4A01-B24E-6501A1FE48EE}" dt="2026-07-13T16:52:33.614" v="1026" actId="14100"/>
        <pc:sldMkLst>
          <pc:docMk/>
          <pc:sldMk cId="1566767684" sldId="272"/>
        </pc:sldMkLst>
        <pc:spChg chg="mod">
          <ac:chgData name="B LAHARI" userId="bfbf8083fd24a8b2" providerId="LiveId" clId="{79554847-E32A-4A01-B24E-6501A1FE48EE}" dt="2026-07-13T16:52:33.614" v="1026" actId="14100"/>
          <ac:spMkLst>
            <pc:docMk/>
            <pc:sldMk cId="1566767684" sldId="272"/>
            <ac:spMk id="3" creationId="{68605099-13A8-B492-0B91-4B3778C24EE3}"/>
          </ac:spMkLst>
        </pc:spChg>
        <pc:spChg chg="mod">
          <ac:chgData name="B LAHARI" userId="bfbf8083fd24a8b2" providerId="LiveId" clId="{79554847-E32A-4A01-B24E-6501A1FE48EE}" dt="2026-07-13T16:52:25.928" v="1024" actId="404"/>
          <ac:spMkLst>
            <pc:docMk/>
            <pc:sldMk cId="1566767684" sldId="272"/>
            <ac:spMk id="7" creationId="{32CBABDE-3EBF-F345-5A6D-305D23AAE48C}"/>
          </ac:spMkLst>
        </pc:spChg>
      </pc:sldChg>
      <pc:sldChg chg="addSp delSp modSp new mod">
        <pc:chgData name="B LAHARI" userId="bfbf8083fd24a8b2" providerId="LiveId" clId="{79554847-E32A-4A01-B24E-6501A1FE48EE}" dt="2026-07-09T19:41:30.697" v="491" actId="20577"/>
        <pc:sldMkLst>
          <pc:docMk/>
          <pc:sldMk cId="2207724339" sldId="273"/>
        </pc:sldMkLst>
        <pc:spChg chg="add mod">
          <ac:chgData name="B LAHARI" userId="bfbf8083fd24a8b2" providerId="LiveId" clId="{79554847-E32A-4A01-B24E-6501A1FE48EE}" dt="2026-07-09T19:41:03.979" v="485" actId="14100"/>
          <ac:spMkLst>
            <pc:docMk/>
            <pc:sldMk cId="2207724339" sldId="273"/>
            <ac:spMk id="5" creationId="{9D95C3DC-7E7F-EB45-2003-86A654B0C2ED}"/>
          </ac:spMkLst>
        </pc:spChg>
        <pc:spChg chg="add mod">
          <ac:chgData name="B LAHARI" userId="bfbf8083fd24a8b2" providerId="LiveId" clId="{79554847-E32A-4A01-B24E-6501A1FE48EE}" dt="2026-07-09T19:41:09.259" v="486" actId="14100"/>
          <ac:spMkLst>
            <pc:docMk/>
            <pc:sldMk cId="2207724339" sldId="273"/>
            <ac:spMk id="7" creationId="{3778A885-4B57-F5EB-D4E6-2E563A2BC70B}"/>
          </ac:spMkLst>
        </pc:spChg>
        <pc:graphicFrameChg chg="add mod modGraphic">
          <ac:chgData name="B LAHARI" userId="bfbf8083fd24a8b2" providerId="LiveId" clId="{79554847-E32A-4A01-B24E-6501A1FE48EE}" dt="2026-07-09T19:41:30.697" v="491" actId="20577"/>
          <ac:graphicFrameMkLst>
            <pc:docMk/>
            <pc:sldMk cId="2207724339" sldId="273"/>
            <ac:graphicFrameMk id="2" creationId="{B8393FCC-C2BC-4BC1-7313-3C162C3CED7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95774"/>
            <a:ext cx="12190815" cy="567051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99FB78-9CA0-06D5-4E83-C779B374E598}"/>
              </a:ext>
            </a:extLst>
          </p:cNvPr>
          <p:cNvSpPr txBox="1"/>
          <p:nvPr/>
        </p:nvSpPr>
        <p:spPr>
          <a:xfrm>
            <a:off x="7921483" y="5090734"/>
            <a:ext cx="3081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+mj-lt"/>
                <a:cs typeface="Times New Roman" panose="02020603050405020304" pitchFamily="18" charset="0"/>
              </a:rPr>
              <a:t>B</a:t>
            </a:r>
            <a:r>
              <a:rPr lang="en-IN" sz="1800" b="1" dirty="0">
                <a:latin typeface="+mj-lt"/>
                <a:cs typeface="Times New Roman" panose="02020603050405020304" pitchFamily="18" charset="0"/>
              </a:rPr>
              <a:t>.LAHARI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6AA45-4F9A-C8C2-3BE5-EA6553751569}"/>
              </a:ext>
            </a:extLst>
          </p:cNvPr>
          <p:cNvSpPr txBox="1"/>
          <p:nvPr/>
        </p:nvSpPr>
        <p:spPr>
          <a:xfrm>
            <a:off x="8587406" y="4752180"/>
            <a:ext cx="1749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Presented By 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930B9-377D-CFB0-D6AA-AEB3EE445D1C}"/>
              </a:ext>
            </a:extLst>
          </p:cNvPr>
          <p:cNvSpPr txBox="1"/>
          <p:nvPr/>
        </p:nvSpPr>
        <p:spPr>
          <a:xfrm>
            <a:off x="2155371" y="3845441"/>
            <a:ext cx="832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+mn-lt"/>
              </a:rPr>
              <a:t>Airline Passenger Satisfaction Prediction Using Artificial Neural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1214491" y="1115238"/>
            <a:ext cx="801834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5725" indent="0">
              <a:buNone/>
            </a:pPr>
            <a:r>
              <a:rPr lang="en-IN" sz="18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B.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Lahari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Background: Graduated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[CSE-AIML]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 Want to Become a Data Scientist: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800" dirty="0"/>
              <a:t>I want to become a data scientist because I enjoy working with data, finding patterns, and solving real-world problems.</a:t>
            </a:r>
          </a:p>
          <a:p>
            <a:pPr marL="85725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 </a:t>
            </a:r>
            <a:r>
              <a:rPr lang="en-US" sz="1800" dirty="0"/>
              <a:t>As a BTech student, I am interested in using my technical skills to turn data into meaningful insights and smart decisions.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 Experience: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 am a fresher, currently focusing on learning and building practical skills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endParaRPr lang="en-IN" sz="1800" dirty="0"/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+mn-lt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685800" y="435429"/>
            <a:ext cx="10038271" cy="90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2800" dirty="0">
                <a:solidFill>
                  <a:srgbClr val="FF0000"/>
                </a:solidFill>
              </a:rPr>
              <a:t>Agenda (This should be the PPT flow)  </a:t>
            </a:r>
            <a:endParaRPr sz="2800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517731" y="1208314"/>
            <a:ext cx="10515600" cy="4486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114300" indent="0">
              <a:buNone/>
            </a:pPr>
            <a:endParaRPr lang="en-IN" dirty="0"/>
          </a:p>
          <a:p>
            <a:pPr marL="542925" indent="-457200"/>
            <a:r>
              <a:rPr lang="en-IN" sz="7200" dirty="0"/>
              <a:t>Introduction </a:t>
            </a:r>
          </a:p>
          <a:p>
            <a:pPr marL="542925" indent="-457200"/>
            <a:r>
              <a:rPr lang="en-IN" sz="7200" dirty="0"/>
              <a:t>Problem Statement </a:t>
            </a:r>
          </a:p>
          <a:p>
            <a:pPr marL="542925" indent="-457200"/>
            <a:r>
              <a:rPr lang="en-IN" sz="7200" dirty="0"/>
              <a:t>Dataset Overview</a:t>
            </a:r>
          </a:p>
          <a:p>
            <a:pPr marL="542925" indent="-457200"/>
            <a:r>
              <a:rPr lang="en-IN" sz="7200" dirty="0"/>
              <a:t>Objectives </a:t>
            </a:r>
          </a:p>
          <a:p>
            <a:pPr marL="542925" indent="-457200"/>
            <a:r>
              <a:rPr lang="en-IN" sz="7200" dirty="0"/>
              <a:t>Tools &amp; Technologies</a:t>
            </a:r>
          </a:p>
          <a:p>
            <a:pPr marL="542925" indent="-457200"/>
            <a:r>
              <a:rPr lang="en-IN" sz="7200" dirty="0"/>
              <a:t>Data Preprocessing</a:t>
            </a:r>
          </a:p>
          <a:p>
            <a:pPr marL="542925" indent="-457200"/>
            <a:r>
              <a:rPr lang="en-IN" sz="7200" dirty="0"/>
              <a:t>Exploratory Data Analysis</a:t>
            </a:r>
          </a:p>
          <a:p>
            <a:pPr marL="542925" indent="-457200"/>
            <a:r>
              <a:rPr lang="en-IN" sz="7200" dirty="0"/>
              <a:t>ANN Model Architecture</a:t>
            </a:r>
          </a:p>
          <a:p>
            <a:pPr marL="542925" indent="-457200"/>
            <a:r>
              <a:rPr lang="en-IN" sz="7200" dirty="0"/>
              <a:t>Model Training &amp; Evaluation</a:t>
            </a:r>
          </a:p>
          <a:p>
            <a:pPr marL="542925" indent="-457200"/>
            <a:r>
              <a:rPr lang="en-IN" sz="7200" dirty="0"/>
              <a:t>Results &amp; Insights</a:t>
            </a:r>
          </a:p>
          <a:p>
            <a:pPr marL="542925" indent="-457200"/>
            <a:r>
              <a:rPr lang="en-IN" sz="7200" dirty="0"/>
              <a:t>Conclusion </a:t>
            </a:r>
            <a:endParaRPr sz="7200" dirty="0"/>
          </a:p>
          <a:p>
            <a:pPr marL="228600" lvl="0" indent="-1308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784D2-916F-8236-1546-833E8A5EF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171" y="631371"/>
            <a:ext cx="7369628" cy="925285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IN" sz="3200" dirty="0">
                <a:solidFill>
                  <a:srgbClr val="FF0000"/>
                </a:solidFill>
              </a:rPr>
              <a:t>Introduction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D63B0-39A5-0C72-4F37-97569E70A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7" y="1690688"/>
            <a:ext cx="10807056" cy="4181475"/>
          </a:xfrm>
        </p:spPr>
        <p:txBody>
          <a:bodyPr>
            <a:normAutofit/>
          </a:bodyPr>
          <a:lstStyle/>
          <a:p>
            <a:pPr lvl="0"/>
            <a:r>
              <a:rPr lang="en-IN" sz="2400" dirty="0"/>
              <a:t>Passenger satisfaction is an important factor in the airline industry. </a:t>
            </a:r>
          </a:p>
          <a:p>
            <a:pPr lvl="0"/>
            <a:r>
              <a:rPr lang="en-IN" sz="2400" dirty="0"/>
              <a:t>Satisfaction depends on factors such as: </a:t>
            </a:r>
          </a:p>
          <a:p>
            <a:pPr lvl="1"/>
            <a:r>
              <a:rPr lang="en-IN" dirty="0"/>
              <a:t>Flight experience </a:t>
            </a:r>
          </a:p>
          <a:p>
            <a:pPr lvl="1"/>
            <a:r>
              <a:rPr lang="en-IN" dirty="0"/>
              <a:t>Service quality </a:t>
            </a:r>
          </a:p>
          <a:p>
            <a:pPr lvl="1"/>
            <a:r>
              <a:rPr lang="en-IN" dirty="0"/>
              <a:t>Comfort </a:t>
            </a:r>
          </a:p>
          <a:p>
            <a:pPr lvl="1"/>
            <a:r>
              <a:rPr lang="en-IN" dirty="0"/>
              <a:t>Delays </a:t>
            </a:r>
          </a:p>
          <a:p>
            <a:pPr lvl="1"/>
            <a:r>
              <a:rPr lang="en-IN" dirty="0"/>
              <a:t>In-flight services </a:t>
            </a:r>
          </a:p>
          <a:p>
            <a:pPr lvl="0"/>
            <a:r>
              <a:rPr lang="en-IN" sz="2400" dirty="0"/>
              <a:t>Machine Learning can help predict passenger satisfaction.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99112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DCAE-13B4-AA12-D7F4-01607CCA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00"/>
            <a:ext cx="9213395" cy="1013856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                   Problem Statement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5CDB5-287F-5FC1-7D74-778FC3C9A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372" y="1905000"/>
            <a:ext cx="11179628" cy="4271963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develop an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 Neural Network (ANN)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that predicts whether an   airline passenger is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Satisfied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Neutral/Dissatisfied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on passenger and flight-related features. 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20873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05A0F-CE49-4BDB-E75F-285FC4924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6" y="457201"/>
            <a:ext cx="10733314" cy="75111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</a:rPr>
              <a:t> </a:t>
            </a:r>
            <a:r>
              <a:rPr lang="en-IN" sz="3600" dirty="0" err="1">
                <a:solidFill>
                  <a:srgbClr val="FF0000"/>
                </a:solidFill>
              </a:rPr>
              <a:t>DataSet</a:t>
            </a:r>
            <a:r>
              <a:rPr lang="en-IN" sz="3600" dirty="0">
                <a:solidFill>
                  <a:srgbClr val="FF0000"/>
                </a:solidFill>
              </a:rPr>
              <a:t> Overview &amp; Objectives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6465A4D-342D-4A87-F79D-86B6C0277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7058" y="1502229"/>
            <a:ext cx="5943599" cy="5241471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IN" sz="2000" dirty="0">
                <a:solidFill>
                  <a:srgbClr val="FF0000"/>
                </a:solidFill>
              </a:rPr>
              <a:t>DATASET OVERVIEW </a:t>
            </a:r>
            <a:endParaRPr lang="en-IN" sz="2400" dirty="0">
              <a:solidFill>
                <a:srgbClr val="FF0000"/>
              </a:solidFill>
            </a:endParaRPr>
          </a:p>
          <a:p>
            <a:pPr lvl="0"/>
            <a:r>
              <a:rPr lang="en-IN" sz="2000" b="1" dirty="0"/>
              <a:t>Total Records:</a:t>
            </a:r>
            <a:r>
              <a:rPr lang="en-IN" sz="2000" dirty="0"/>
              <a:t> 103,904 </a:t>
            </a:r>
          </a:p>
          <a:p>
            <a:pPr lvl="0"/>
            <a:r>
              <a:rPr lang="en-IN" sz="2000" b="1" dirty="0"/>
              <a:t>Original Columns:</a:t>
            </a:r>
            <a:r>
              <a:rPr lang="en-IN" sz="2000" dirty="0"/>
              <a:t> 25 </a:t>
            </a:r>
          </a:p>
          <a:p>
            <a:pPr lvl="0"/>
            <a:r>
              <a:rPr lang="en-IN" sz="2000" b="1" dirty="0"/>
              <a:t>Target Variable:</a:t>
            </a:r>
            <a:r>
              <a:rPr lang="en-IN" sz="2000" dirty="0"/>
              <a:t> satisfaction </a:t>
            </a:r>
          </a:p>
          <a:p>
            <a:pPr lvl="0"/>
            <a:r>
              <a:rPr lang="en-IN" sz="2000" b="1" dirty="0"/>
              <a:t>Problem Type:</a:t>
            </a:r>
            <a:r>
              <a:rPr lang="en-IN" sz="2000" dirty="0"/>
              <a:t> Binary Classification</a:t>
            </a:r>
          </a:p>
          <a:p>
            <a:pPr marL="114300" lvl="0" indent="0">
              <a:buNone/>
            </a:pPr>
            <a:endParaRPr lang="en-IN" sz="2000" dirty="0"/>
          </a:p>
          <a:p>
            <a:pPr marL="114300" lvl="0" indent="0">
              <a:buNone/>
            </a:pPr>
            <a:r>
              <a:rPr lang="en-IN" sz="2200" dirty="0">
                <a:solidFill>
                  <a:srgbClr val="FF0000"/>
                </a:solidFill>
              </a:rPr>
              <a:t>PROJECT OBJECTIVES</a:t>
            </a:r>
          </a:p>
          <a:p>
            <a:pPr lvl="0"/>
            <a:r>
              <a:rPr lang="en-IN" sz="1900" dirty="0"/>
              <a:t>Understand the dataset </a:t>
            </a:r>
          </a:p>
          <a:p>
            <a:pPr lvl="0"/>
            <a:r>
              <a:rPr lang="en-IN" sz="1900" dirty="0"/>
              <a:t>Clean and preprocess the data </a:t>
            </a:r>
          </a:p>
          <a:p>
            <a:pPr lvl="0"/>
            <a:r>
              <a:rPr lang="en-IN" sz="1900" dirty="0"/>
              <a:t>Perform Exploratory Data Analysis </a:t>
            </a:r>
          </a:p>
          <a:p>
            <a:pPr lvl="0"/>
            <a:r>
              <a:rPr lang="en-IN" sz="1900" dirty="0"/>
              <a:t>Build an ANN model </a:t>
            </a:r>
          </a:p>
          <a:p>
            <a:pPr lvl="0"/>
            <a:r>
              <a:rPr lang="en-IN" sz="1900" dirty="0"/>
              <a:t>Train and evaluate the model </a:t>
            </a:r>
          </a:p>
          <a:p>
            <a:pPr lvl="0"/>
            <a:r>
              <a:rPr lang="en-IN" sz="1900" dirty="0"/>
              <a:t>Predict passenger satisfaction </a:t>
            </a:r>
          </a:p>
          <a:p>
            <a:pPr lvl="0"/>
            <a:r>
              <a:rPr lang="en-IN" sz="1900" dirty="0" err="1"/>
              <a:t>Analyze</a:t>
            </a:r>
            <a:r>
              <a:rPr lang="en-IN" sz="1900" dirty="0"/>
              <a:t> model performance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039E1-E7D2-D6F5-49D0-1588C85774D2}"/>
              </a:ext>
            </a:extLst>
          </p:cNvPr>
          <p:cNvSpPr txBox="1"/>
          <p:nvPr/>
        </p:nvSpPr>
        <p:spPr>
          <a:xfrm>
            <a:off x="6379030" y="1654629"/>
            <a:ext cx="383177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rgbClr val="FF0000"/>
                </a:solidFill>
              </a:rPr>
              <a:t>Target Classes</a:t>
            </a:r>
          </a:p>
          <a:p>
            <a:pPr>
              <a:buNone/>
            </a:pPr>
            <a:endParaRPr lang="en-IN" sz="2800" dirty="0">
              <a:solidFill>
                <a:srgbClr val="FF000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→ Satisfied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 → Neutral or Dissatisfied</a:t>
            </a:r>
          </a:p>
        </p:txBody>
      </p:sp>
    </p:spTree>
    <p:extLst>
      <p:ext uri="{BB962C8B-B14F-4D97-AF65-F5344CB8AC3E}">
        <p14:creationId xmlns:p14="http://schemas.microsoft.com/office/powerpoint/2010/main" val="2335417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2CF09-AF9A-717B-BDAD-6FA00DC36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125639"/>
            <a:ext cx="10515600" cy="2308324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</a:rPr>
              <a:t> Tools &amp; Technologies</a:t>
            </a:r>
            <a:br>
              <a:rPr lang="en-IN" sz="3600" b="1" dirty="0"/>
            </a:b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6AAE0-616F-EA69-E431-8CB75AC62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1048" y="1354251"/>
            <a:ext cx="5181600" cy="21717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/>
              <a:t> </a:t>
            </a:r>
            <a:endParaRPr lang="en-IN" sz="1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DBBF7-0786-F0A0-1225-0C12EA58E6D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0" y="1257300"/>
            <a:ext cx="5181600" cy="21717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 </a:t>
            </a:r>
            <a:endParaRPr lang="en-IN" sz="17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242930-E108-B5D4-8B11-E31AE6C4D0D9}"/>
              </a:ext>
            </a:extLst>
          </p:cNvPr>
          <p:cNvSpPr txBox="1"/>
          <p:nvPr/>
        </p:nvSpPr>
        <p:spPr>
          <a:xfrm>
            <a:off x="1758396" y="1327896"/>
            <a:ext cx="8392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 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946B1A-DC60-4D61-6D90-1A56E048C62D}"/>
              </a:ext>
            </a:extLst>
          </p:cNvPr>
          <p:cNvSpPr txBox="1"/>
          <p:nvPr/>
        </p:nvSpPr>
        <p:spPr>
          <a:xfrm>
            <a:off x="1191985" y="1094015"/>
            <a:ext cx="7956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07975B-9743-CC29-78DA-336538966F33}"/>
              </a:ext>
            </a:extLst>
          </p:cNvPr>
          <p:cNvSpPr txBox="1"/>
          <p:nvPr/>
        </p:nvSpPr>
        <p:spPr>
          <a:xfrm>
            <a:off x="1110343" y="1767824"/>
            <a:ext cx="941632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Programming Language   </a:t>
            </a:r>
            <a:r>
              <a:rPr lang="en-IN" sz="2000" dirty="0"/>
              <a:t>-  Python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Data Analysis   -  </a:t>
            </a:r>
            <a:r>
              <a:rPr lang="en-IN" sz="2000" dirty="0"/>
              <a:t>Pandas   ,  NumPy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Data Visualization  -  </a:t>
            </a:r>
            <a:r>
              <a:rPr lang="en-IN" sz="2000" dirty="0"/>
              <a:t>Matplotlib  ,  Seaborn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Machine Learning  -   </a:t>
            </a:r>
            <a:r>
              <a:rPr lang="en-IN" sz="2000" dirty="0"/>
              <a:t>Scikit-learn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Deep Learning   -  </a:t>
            </a:r>
            <a:r>
              <a:rPr lang="en-IN" sz="2000" dirty="0"/>
              <a:t>TensorFlow  , </a:t>
            </a:r>
            <a:r>
              <a:rPr lang="en-IN" sz="2000" dirty="0" err="1"/>
              <a:t>Keras</a:t>
            </a:r>
            <a:r>
              <a:rPr lang="en-IN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Development Environment  -  </a:t>
            </a:r>
            <a:r>
              <a:rPr lang="en-IN" sz="2000" dirty="0"/>
              <a:t>Jupyter Notebook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596614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95C3DC-7E7F-EB45-2003-86A654B0C2ED}"/>
              </a:ext>
            </a:extLst>
          </p:cNvPr>
          <p:cNvSpPr txBox="1"/>
          <p:nvPr/>
        </p:nvSpPr>
        <p:spPr>
          <a:xfrm>
            <a:off x="3526971" y="489857"/>
            <a:ext cx="5649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 Data Preprocessing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7AB0F-FD5C-82EC-857F-6C524499EE26}"/>
              </a:ext>
            </a:extLst>
          </p:cNvPr>
          <p:cNvSpPr txBox="1"/>
          <p:nvPr/>
        </p:nvSpPr>
        <p:spPr>
          <a:xfrm>
            <a:off x="990600" y="1317171"/>
            <a:ext cx="945968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/>
              <a:t>The following preprocessing steps were performed:</a:t>
            </a:r>
          </a:p>
          <a:p>
            <a:pPr>
              <a:buNone/>
            </a:pPr>
            <a:endParaRPr lang="en-IN" sz="1800" dirty="0"/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Removed unnecessary identifier columns.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Checked for missing values.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Filled missing values in </a:t>
            </a:r>
            <a:r>
              <a:rPr lang="en-IN" sz="2000" b="1" dirty="0"/>
              <a:t>Arrival Delay in Minutes</a:t>
            </a:r>
            <a:r>
              <a:rPr lang="en-IN" sz="2000" dirty="0"/>
              <a:t> using the median.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Converted categorical variables using </a:t>
            </a:r>
            <a:r>
              <a:rPr lang="en-IN" sz="2000" b="1" dirty="0"/>
              <a:t>One-Hot Encoding</a:t>
            </a:r>
            <a:r>
              <a:rPr lang="en-IN" sz="20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Encoded the target variable.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Divided data into </a:t>
            </a:r>
            <a:r>
              <a:rPr lang="en-IN" sz="2000" b="1" dirty="0"/>
              <a:t>training and testing datasets</a:t>
            </a:r>
            <a:r>
              <a:rPr lang="en-IN" sz="20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Applied </a:t>
            </a:r>
            <a:r>
              <a:rPr lang="en-IN" sz="2000" b="1" dirty="0" err="1"/>
              <a:t>StandardScaler</a:t>
            </a:r>
            <a:r>
              <a:rPr lang="en-IN" sz="2000" dirty="0"/>
              <a:t> for feature scaling.</a:t>
            </a:r>
          </a:p>
          <a:p>
            <a:endParaRPr lang="en-IN" sz="2000" b="1" dirty="0"/>
          </a:p>
          <a:p>
            <a:r>
              <a:rPr lang="en-IN" sz="2000" dirty="0">
                <a:solidFill>
                  <a:srgbClr val="FF0000"/>
                </a:solidFill>
              </a:rPr>
              <a:t>Train-Test Split : </a:t>
            </a:r>
          </a:p>
          <a:p>
            <a:pPr lvl="0"/>
            <a:r>
              <a:rPr lang="en-IN" sz="2000" dirty="0"/>
              <a:t>Training Data: </a:t>
            </a:r>
            <a:r>
              <a:rPr lang="en-IN" sz="2000" b="1" dirty="0"/>
              <a:t>80%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Testing Data: </a:t>
            </a:r>
            <a:r>
              <a:rPr lang="en-IN" sz="2000" b="1" dirty="0"/>
              <a:t>20%</a:t>
            </a:r>
            <a:endParaRPr lang="en-IN" sz="2000" dirty="0"/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7724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C53B6-FE97-7C2C-F0CD-CDF0AF2DD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8255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82737-4CAF-6BBF-4ED1-EB46ADA03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15" y="1343819"/>
            <a:ext cx="5181600" cy="13255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 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B218D4-C958-47F6-ACB8-1E13EB3C6A6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11685" y="1343818"/>
            <a:ext cx="5181600" cy="18239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 </a:t>
            </a:r>
            <a:endParaRPr lang="en-IN" sz="2000" dirty="0"/>
          </a:p>
          <a:p>
            <a:pPr marL="114300" indent="0">
              <a:buNone/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E94E57-2623-2891-B13E-0FA2F7118DC6}"/>
              </a:ext>
            </a:extLst>
          </p:cNvPr>
          <p:cNvSpPr txBox="1"/>
          <p:nvPr/>
        </p:nvSpPr>
        <p:spPr>
          <a:xfrm>
            <a:off x="2982686" y="370114"/>
            <a:ext cx="8026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EXPLORATORY DATA ANALYSIS (EDA)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AA249C-9736-5F80-3463-AA21AF9D6423}"/>
              </a:ext>
            </a:extLst>
          </p:cNvPr>
          <p:cNvSpPr txBox="1"/>
          <p:nvPr/>
        </p:nvSpPr>
        <p:spPr>
          <a:xfrm>
            <a:off x="762000" y="1183638"/>
            <a:ext cx="8386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EDA was performed to understand the dataset and identify important patterns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695253-7969-B521-4C67-D7CF255DC201}"/>
              </a:ext>
            </a:extLst>
          </p:cNvPr>
          <p:cNvSpPr txBox="1"/>
          <p:nvPr/>
        </p:nvSpPr>
        <p:spPr>
          <a:xfrm>
            <a:off x="979714" y="1855857"/>
            <a:ext cx="99277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solidFill>
                  <a:srgbClr val="FF0000"/>
                </a:solidFill>
              </a:rPr>
              <a:t>Analysis Performed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Distribution of passenger satisfaction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Numerical feature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Categorical feature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Relationship between features and satisfaction               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Identification of patterns and trends </a:t>
            </a:r>
          </a:p>
          <a:p>
            <a:pPr lvl="0"/>
            <a:endParaRPr lang="en-IN" sz="1800" dirty="0"/>
          </a:p>
          <a:p>
            <a:pPr>
              <a:buNone/>
            </a:pPr>
            <a:r>
              <a:rPr lang="en-IN" sz="1800" dirty="0">
                <a:solidFill>
                  <a:srgbClr val="FF0000"/>
                </a:solidFill>
              </a:rPr>
              <a:t>Visualizations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Count plots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Histograms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Box plots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Correlation analysis </a:t>
            </a:r>
          </a:p>
          <a:p>
            <a:pPr lvl="0"/>
            <a:endParaRPr lang="en-IN" sz="1800" dirty="0"/>
          </a:p>
          <a:p>
            <a:pPr>
              <a:buNone/>
            </a:pPr>
            <a:r>
              <a:rPr lang="en-IN" sz="1800" b="1" dirty="0"/>
              <a:t>Purpose:</a:t>
            </a:r>
            <a:r>
              <a:rPr lang="en-IN" sz="1800" dirty="0"/>
              <a:t> Understand the data before building the ANN model.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A42EE9-804F-9CA0-4AD7-C298F11EF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14" y="1581054"/>
            <a:ext cx="5715000" cy="379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072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468-4792-47C4-9BB6-52B0AFB2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9" y="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D682C-FDEB-D9C5-03F4-401DE152A2B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607629" y="1253331"/>
            <a:ext cx="5181600" cy="145721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 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82F0EF-6620-FA9F-F6BC-3605B7B70DFD}"/>
              </a:ext>
            </a:extLst>
          </p:cNvPr>
          <p:cNvSpPr txBox="1"/>
          <p:nvPr/>
        </p:nvSpPr>
        <p:spPr>
          <a:xfrm>
            <a:off x="3679371" y="604158"/>
            <a:ext cx="5355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 </a:t>
            </a:r>
            <a:r>
              <a:rPr lang="en-IN" sz="2400" dirty="0">
                <a:solidFill>
                  <a:srgbClr val="FF0000"/>
                </a:solidFill>
              </a:rPr>
              <a:t>ANN  MODEL ARCHITECTURE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7DE3DD-B7EF-97EC-CA90-16CCF6D61495}"/>
              </a:ext>
            </a:extLst>
          </p:cNvPr>
          <p:cNvSpPr txBox="1"/>
          <p:nvPr/>
        </p:nvSpPr>
        <p:spPr>
          <a:xfrm>
            <a:off x="500743" y="4176490"/>
            <a:ext cx="609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rgbClr val="00B0F0"/>
                </a:solidFill>
              </a:rPr>
              <a:t> 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2AE58A3-C175-239F-6240-2C608DBC8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5943" y="1250489"/>
            <a:ext cx="11495313" cy="4926474"/>
          </a:xfrm>
        </p:spPr>
        <p:txBody>
          <a:bodyPr>
            <a:normAutofit/>
          </a:bodyPr>
          <a:lstStyle/>
          <a:p>
            <a:r>
              <a:rPr lang="en-IN" sz="2400" dirty="0"/>
              <a:t>Artificial Neural Network (ANN) is a deep learning model inspired by the structure of the human brain.</a:t>
            </a:r>
          </a:p>
          <a:p>
            <a:pPr marL="114300" indent="0">
              <a:buNone/>
            </a:pPr>
            <a:r>
              <a:rPr lang="en-IN" dirty="0">
                <a:solidFill>
                  <a:srgbClr val="FF0000"/>
                </a:solidFill>
              </a:rPr>
              <a:t>The model uses:</a:t>
            </a:r>
          </a:p>
          <a:p>
            <a:pPr lvl="0"/>
            <a:r>
              <a:rPr lang="en-IN" sz="2400" dirty="0"/>
              <a:t>Input layer to receive passenger features.</a:t>
            </a:r>
          </a:p>
          <a:p>
            <a:pPr lvl="0"/>
            <a:r>
              <a:rPr lang="en-IN" sz="2400" dirty="0"/>
              <a:t>Hidden layers with </a:t>
            </a:r>
            <a:r>
              <a:rPr lang="en-IN" sz="2400" dirty="0" err="1"/>
              <a:t>ReLU</a:t>
            </a:r>
            <a:r>
              <a:rPr lang="en-IN" sz="2400" dirty="0"/>
              <a:t> activation.</a:t>
            </a:r>
          </a:p>
          <a:p>
            <a:pPr lvl="0"/>
            <a:r>
              <a:rPr lang="en-IN" sz="2400" dirty="0"/>
              <a:t>Dropout layers to help reduce overfitting.</a:t>
            </a:r>
          </a:p>
          <a:p>
            <a:pPr lvl="0"/>
            <a:r>
              <a:rPr lang="en-IN" sz="2400" dirty="0"/>
              <a:t>Output layer with Sigmoid activation for binary classification.</a:t>
            </a:r>
          </a:p>
          <a:p>
            <a:pPr lvl="0"/>
            <a:r>
              <a:rPr lang="en-IN" sz="2400" dirty="0"/>
              <a:t>Adam optimizer and Binary Cross entropy loss function.</a:t>
            </a:r>
          </a:p>
          <a:p>
            <a:pPr marL="114300" indent="0">
              <a:buNone/>
            </a:pPr>
            <a:r>
              <a:rPr lang="en-IN" sz="2400" b="1" dirty="0"/>
              <a:t>Prediction: </a:t>
            </a:r>
            <a:r>
              <a:rPr lang="en-IN" sz="2400" dirty="0"/>
              <a:t>Satisfied or Neutral/Dissatisfied.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757251-0DAC-B5A6-3B50-D3C9B8EE4D17}"/>
              </a:ext>
            </a:extLst>
          </p:cNvPr>
          <p:cNvSpPr txBox="1"/>
          <p:nvPr/>
        </p:nvSpPr>
        <p:spPr>
          <a:xfrm>
            <a:off x="664029" y="1400637"/>
            <a:ext cx="8484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9701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3646-65EA-1B81-4339-510CFE61B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229" y="424544"/>
            <a:ext cx="3559628" cy="1685872"/>
          </a:xfrm>
        </p:spPr>
        <p:txBody>
          <a:bodyPr>
            <a:normAutofit/>
          </a:bodyPr>
          <a:lstStyle/>
          <a:p>
            <a:pPr algn="ctr"/>
            <a:r>
              <a:rPr lang="en-US" sz="1600" dirty="0">
                <a:solidFill>
                  <a:srgbClr val="00B0F0"/>
                </a:solidFill>
              </a:rPr>
              <a:t> </a:t>
            </a:r>
            <a:endParaRPr lang="en-IN" sz="1600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95B8C-9E24-C223-56A3-3FCCC345D023}"/>
              </a:ext>
            </a:extLst>
          </p:cNvPr>
          <p:cNvSpPr txBox="1"/>
          <p:nvPr/>
        </p:nvSpPr>
        <p:spPr>
          <a:xfrm>
            <a:off x="3766457" y="674914"/>
            <a:ext cx="5381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Model Training &amp; Evaluation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7D41E-3C25-6884-4583-CEC11F2A9F7C}"/>
              </a:ext>
            </a:extLst>
          </p:cNvPr>
          <p:cNvSpPr txBox="1"/>
          <p:nvPr/>
        </p:nvSpPr>
        <p:spPr>
          <a:xfrm>
            <a:off x="1153885" y="1448504"/>
            <a:ext cx="60987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rgbClr val="FF0000"/>
                </a:solidFill>
              </a:rPr>
              <a:t>MODEL TRAINING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/>
              <a:t>Optimizer:</a:t>
            </a:r>
            <a:r>
              <a:rPr lang="en-IN" sz="1800" dirty="0"/>
              <a:t> Adam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/>
              <a:t>Loss Function:</a:t>
            </a:r>
            <a:r>
              <a:rPr lang="en-IN" sz="1800" dirty="0"/>
              <a:t> Binary Cross entropy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/>
              <a:t>Epochs:</a:t>
            </a:r>
            <a:r>
              <a:rPr lang="en-IN" sz="1800" dirty="0"/>
              <a:t> 30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/>
              <a:t>Batch Size:</a:t>
            </a:r>
            <a:r>
              <a:rPr lang="en-IN" sz="1800" dirty="0"/>
              <a:t> 32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/>
              <a:t>Validation Split:</a:t>
            </a:r>
            <a:r>
              <a:rPr lang="en-IN" sz="1800" dirty="0"/>
              <a:t> 20%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F3159F-413E-019D-103B-EC876950CE08}"/>
              </a:ext>
            </a:extLst>
          </p:cNvPr>
          <p:cNvSpPr txBox="1"/>
          <p:nvPr/>
        </p:nvSpPr>
        <p:spPr>
          <a:xfrm>
            <a:off x="1153885" y="3287486"/>
            <a:ext cx="79941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solidFill>
                  <a:srgbClr val="FF0000"/>
                </a:solidFill>
              </a:rPr>
              <a:t>MODEL EVALUATION</a:t>
            </a:r>
          </a:p>
          <a:p>
            <a:pPr>
              <a:buNone/>
            </a:pPr>
            <a:r>
              <a:rPr lang="en-IN" sz="1800" dirty="0"/>
              <a:t>The model was evaluated using: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Accuracy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Precision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Recall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F1-Score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Confusion Matrix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Training &amp; Validation performance</a:t>
            </a:r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B3E539-41BE-0B10-E331-A8D14258F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286" y="1448503"/>
            <a:ext cx="6324599" cy="473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918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E318B6-37D1-2A3F-CBED-BE0EA2E16E01}"/>
              </a:ext>
            </a:extLst>
          </p:cNvPr>
          <p:cNvSpPr txBox="1"/>
          <p:nvPr/>
        </p:nvSpPr>
        <p:spPr>
          <a:xfrm>
            <a:off x="2405743" y="639988"/>
            <a:ext cx="60129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                                    </a:t>
            </a:r>
            <a:r>
              <a:rPr lang="en-IN" sz="2400" dirty="0">
                <a:solidFill>
                  <a:srgbClr val="FF0000"/>
                </a:solidFill>
              </a:rPr>
              <a:t>Results &amp; Insights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DE4D2A-FA21-ADE8-9E3C-F2C0749589B7}"/>
              </a:ext>
            </a:extLst>
          </p:cNvPr>
          <p:cNvSpPr txBox="1"/>
          <p:nvPr/>
        </p:nvSpPr>
        <p:spPr>
          <a:xfrm>
            <a:off x="1371600" y="1420586"/>
            <a:ext cx="95848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MODEL RESULTS                                                                                                                          </a:t>
            </a:r>
            <a:r>
              <a:rPr lang="en-IN" dirty="0" err="1">
                <a:solidFill>
                  <a:srgbClr val="FF0000"/>
                </a:solidFill>
              </a:rPr>
              <a:t>RESULTS</a:t>
            </a:r>
            <a:r>
              <a:rPr lang="en-IN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BEBE8F-12FD-B464-077A-1A7037F04E28}"/>
              </a:ext>
            </a:extLst>
          </p:cNvPr>
          <p:cNvSpPr txBox="1"/>
          <p:nvPr/>
        </p:nvSpPr>
        <p:spPr>
          <a:xfrm>
            <a:off x="1532163" y="1865957"/>
            <a:ext cx="926374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Test Loss                                                                                                                                       0.08491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Test Accuracy                                                                                                                                96.14 %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036318-2FD6-31B2-503A-9D1F9E51BE87}"/>
              </a:ext>
            </a:extLst>
          </p:cNvPr>
          <p:cNvSpPr txBox="1"/>
          <p:nvPr/>
        </p:nvSpPr>
        <p:spPr>
          <a:xfrm>
            <a:off x="1371600" y="2861999"/>
            <a:ext cx="991688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rgbClr val="FF0000"/>
                </a:solidFill>
              </a:rPr>
              <a:t>KEY INSIGHTS</a:t>
            </a:r>
          </a:p>
          <a:p>
            <a:pPr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ANN achieved 96.14% accuracy on unseen test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model effectively classified passenger satisfaction.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low test loss indicates good model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Precision, Recall and F1-Score provide additional classification evaluation. </a:t>
            </a:r>
          </a:p>
          <a:p>
            <a:pPr lvl="0"/>
            <a:endParaRPr lang="en-IN" sz="2000" dirty="0"/>
          </a:p>
          <a:p>
            <a:pPr>
              <a:buNone/>
            </a:pPr>
            <a:r>
              <a:rPr lang="en-IN" sz="2000" b="1" dirty="0"/>
              <a:t>Overall:</a:t>
            </a:r>
            <a:r>
              <a:rPr lang="en-IN" sz="2000" dirty="0"/>
              <a:t> The ANN model performed well for airline passenger satisfaction prediction.</a:t>
            </a:r>
          </a:p>
        </p:txBody>
      </p:sp>
    </p:spTree>
    <p:extLst>
      <p:ext uri="{BB962C8B-B14F-4D97-AF65-F5344CB8AC3E}">
        <p14:creationId xmlns:p14="http://schemas.microsoft.com/office/powerpoint/2010/main" val="2488971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6B3861-D346-49DE-11A1-5BB1F30CAE66}"/>
              </a:ext>
            </a:extLst>
          </p:cNvPr>
          <p:cNvSpPr txBox="1"/>
          <p:nvPr/>
        </p:nvSpPr>
        <p:spPr>
          <a:xfrm>
            <a:off x="3958316" y="772886"/>
            <a:ext cx="105809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dirty="0">
                <a:solidFill>
                  <a:srgbClr val="FF0000"/>
                </a:solidFill>
              </a:rPr>
              <a:t> Conclusion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754B54-8888-C024-503F-1506D32DDB00}"/>
              </a:ext>
            </a:extLst>
          </p:cNvPr>
          <p:cNvSpPr txBox="1"/>
          <p:nvPr/>
        </p:nvSpPr>
        <p:spPr>
          <a:xfrm>
            <a:off x="734786" y="1779814"/>
            <a:ext cx="1034823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An ANN-based classification model was developed to predict airline passenger satisfaction.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dataset was cleaned and </a:t>
            </a:r>
            <a:r>
              <a:rPr lang="en-IN" sz="2000" dirty="0" err="1"/>
              <a:t>preprocessed</a:t>
            </a:r>
            <a:r>
              <a:rPr lang="en-IN" sz="2000" dirty="0"/>
              <a:t> before model training.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Categorical features were encoded and numerical features were scaled.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ANN model was trained using the </a:t>
            </a:r>
            <a:r>
              <a:rPr lang="en-IN" sz="2000" b="1" dirty="0"/>
              <a:t>Adam optimizer</a:t>
            </a:r>
            <a:r>
              <a:rPr lang="en-IN" sz="2000" dirty="0"/>
              <a:t> and </a:t>
            </a:r>
            <a:r>
              <a:rPr lang="en-IN" sz="2000" b="1" dirty="0"/>
              <a:t>Binary </a:t>
            </a:r>
            <a:r>
              <a:rPr lang="en-IN" sz="2000" b="1" dirty="0" err="1"/>
              <a:t>Crossentropy</a:t>
            </a:r>
            <a:r>
              <a:rPr lang="en-IN" sz="2000" b="1" dirty="0"/>
              <a:t> loss.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model achieved </a:t>
            </a:r>
            <a:r>
              <a:rPr lang="en-IN" sz="2000" b="1" dirty="0"/>
              <a:t>96.14% test accuracy.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results demonstrate that ANN can effectively predict passenger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2278386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A3F1-FCA5-EA15-EBA2-5DD072E82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0CC7FC-2564-AD29-0A89-B98EBA83521B}"/>
              </a:ext>
            </a:extLst>
          </p:cNvPr>
          <p:cNvSpPr txBox="1"/>
          <p:nvPr/>
        </p:nvSpPr>
        <p:spPr>
          <a:xfrm>
            <a:off x="1611086" y="2188029"/>
            <a:ext cx="753291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YOU</a:t>
            </a:r>
            <a:endParaRPr lang="en-IN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116;p5">
            <a:extLst>
              <a:ext uri="{FF2B5EF4-FFF2-40B4-BE49-F238E27FC236}">
                <a16:creationId xmlns:a16="http://schemas.microsoft.com/office/drawing/2014/main" id="{038F816E-9F90-65DF-19BF-7AE594BFB63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715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1765</TotalTime>
  <Words>711</Words>
  <Application>Microsoft Office PowerPoint</Application>
  <PresentationFormat>Widescreen</PresentationFormat>
  <Paragraphs>149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Lato Black</vt:lpstr>
      <vt:lpstr>Libre Baskerville</vt:lpstr>
      <vt:lpstr>Times New Roman</vt:lpstr>
      <vt:lpstr>Calibri</vt:lpstr>
      <vt:lpstr>Office Theme</vt:lpstr>
      <vt:lpstr>PowerPoint Presentation</vt:lpstr>
      <vt:lpstr>PowerPoint Presentation</vt:lpstr>
      <vt:lpstr>Agenda (This should be the PPT flow)  </vt:lpstr>
      <vt:lpstr> Introduction</vt:lpstr>
      <vt:lpstr>                   Problem Statement</vt:lpstr>
      <vt:lpstr> DataSet Overview &amp; Objectives </vt:lpstr>
      <vt:lpstr> Tools &amp; Technologies </vt:lpstr>
      <vt:lpstr>PowerPoint Presentation</vt:lpstr>
      <vt:lpstr> </vt:lpstr>
      <vt:lpstr> </vt:lpstr>
      <vt:lpstr> </vt:lpstr>
      <vt:lpstr>PowerPoint Presentation</vt:lpstr>
      <vt:lpstr>PowerPoint Presentation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B LAHARI</cp:lastModifiedBy>
  <cp:revision>15</cp:revision>
  <dcterms:created xsi:type="dcterms:W3CDTF">2021-02-16T05:19:01Z</dcterms:created>
  <dcterms:modified xsi:type="dcterms:W3CDTF">2026-10-10T03:57:47Z</dcterms:modified>
</cp:coreProperties>
</file>